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5e8676263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5e8676263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5e86762630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5e867626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5dfa75479d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5dfa75479d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5f6008e82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5f6008e82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5e8676263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5e8676263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5f6008e82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5f6008e82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5e8676263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5e8676263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5f6008e82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5f6008e82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5e8676263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5e8676263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5d65fdf9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5d65fdf9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5e8676263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5e867626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5e86762630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5e8676263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5e8676263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5e867626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e86762630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e86762630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5e8676263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5e8676263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5e86762630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5e86762630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e86762630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e86762630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6117e2b2a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6117e2b2a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5d65fdf92c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5d65fdf92c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5d65fdf92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5d65fdf92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5d65fdf92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5d65fdf92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5d65fdf92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5d65fdf92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5dfa75479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5dfa75479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5d65fdf92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5d65fdf92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5d65fdf92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5d65fdf92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5d65fdf92c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5d65fdf92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5d65fdf92c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5d65fdf92c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5d65fdf92c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5d65fdf92c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5d65fdf92c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5d65fdf92c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5dfa75479d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5dfa75479d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5d894b3d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5d894b3d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Fidelity National Financial</a:t>
            </a:r>
            <a:br>
              <a:rPr lang="en" sz="4200"/>
            </a:br>
            <a:r>
              <a:rPr lang="en" sz="4200"/>
              <a:t>Marketshare Title Growth Partnership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375" y="201550"/>
            <a:ext cx="5168127" cy="174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7225" y="1898525"/>
            <a:ext cx="4051265" cy="288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idx="1" type="subTitle"/>
          </p:nvPr>
        </p:nvSpPr>
        <p:spPr>
          <a:xfrm>
            <a:off x="246150" y="1515475"/>
            <a:ext cx="7977600" cy="229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/>
              <a:t>Agent Count</a:t>
            </a:r>
            <a:br>
              <a:rPr lang="en" sz="2300"/>
            </a:br>
            <a:br>
              <a:rPr lang="en" sz="2300"/>
            </a:br>
            <a:r>
              <a:rPr lang="en" sz="2300"/>
              <a:t>Promises</a:t>
            </a:r>
            <a:r>
              <a:rPr lang="en" sz="2300"/>
              <a:t> to FNF</a:t>
            </a:r>
            <a:br>
              <a:rPr lang="en" sz="2300"/>
            </a:br>
            <a:br>
              <a:rPr lang="en" sz="2300"/>
            </a:br>
            <a:endParaRPr sz="2300"/>
          </a:p>
        </p:txBody>
      </p:sp>
      <p:sp>
        <p:nvSpPr>
          <p:cNvPr id="66" name="Google Shape;66;p15"/>
          <p:cNvSpPr txBox="1"/>
          <p:nvPr>
            <p:ph type="ctrTitle"/>
          </p:nvPr>
        </p:nvSpPr>
        <p:spPr>
          <a:xfrm>
            <a:off x="311975" y="484800"/>
            <a:ext cx="6175500" cy="47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/>
              <a:t>Open Doors to Forward Living </a:t>
            </a:r>
            <a:endParaRPr b="1"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13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Title Market Share </a:t>
            </a:r>
            <a:br>
              <a:rPr lang="en"/>
            </a:br>
            <a:r>
              <a:rPr lang="en"/>
              <a:t>Simple as A B C w TitleGenie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2016375"/>
            <a:ext cx="8520600" cy="25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Providing Title Reps tools to open more doors and close more deals:</a:t>
            </a:r>
            <a:br>
              <a:rPr b="1" lang="en"/>
            </a:br>
            <a:br>
              <a:rPr b="1" lang="en"/>
            </a:br>
            <a:r>
              <a:rPr b="1" lang="en"/>
              <a:t>A</a:t>
            </a:r>
            <a:r>
              <a:rPr lang="en"/>
              <a:t>ttract Agents - With compelling conversation starters</a:t>
            </a:r>
            <a:br>
              <a:rPr lang="en"/>
            </a:br>
            <a:br>
              <a:rPr lang="en"/>
            </a:br>
            <a:r>
              <a:rPr b="1" lang="en"/>
              <a:t>B</a:t>
            </a:r>
            <a:r>
              <a:rPr lang="en"/>
              <a:t>uild Trust - by delivering pre listing presentations solutions they can’t live without</a:t>
            </a:r>
            <a:br>
              <a:rPr lang="en"/>
            </a:br>
            <a:br>
              <a:rPr lang="en"/>
            </a:br>
            <a:r>
              <a:rPr b="1" lang="en"/>
              <a:t>C</a:t>
            </a:r>
            <a:r>
              <a:rPr lang="en"/>
              <a:t>lose Deals - being “On the Listing Team” to get the title order before it hits MLS</a:t>
            </a: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Attraction of Agents  +  </a:t>
            </a:r>
            <a:r>
              <a:rPr lang="en" sz="2133"/>
              <a:t>(I WILL GET SCREEN GRABS </a:t>
            </a:r>
            <a:r>
              <a:rPr lang="en" sz="2133"/>
              <a:t>&amp; Bullets</a:t>
            </a:r>
            <a:r>
              <a:rPr lang="en" sz="2133"/>
              <a:t>)</a:t>
            </a:r>
            <a:endParaRPr sz="2133"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TheGenie.ai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 Genie </a:t>
            </a:r>
            <a:r>
              <a:rPr lang="en"/>
              <a:t>Analytics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Share details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Insider Reports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Broker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MyMTA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5" name="Google Shape;8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Trust +   </a:t>
            </a:r>
            <a:r>
              <a:rPr lang="en"/>
              <a:t> (I WILL GET SCREEN GRABS &amp; Bullets)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TitleGenie + Paisley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 listing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GeoSocial </a:t>
            </a:r>
            <a:r>
              <a:rPr lang="en"/>
              <a:t>Audiences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Circle Prospecting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TitleToolbox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Farm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20"/>
          <p:cNvSpPr txBox="1"/>
          <p:nvPr/>
        </p:nvSpPr>
        <p:spPr>
          <a:xfrm>
            <a:off x="21370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Agent Attraction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00" name="Google Shape;100;p20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Build Trust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Deals  +  </a:t>
            </a:r>
            <a:r>
              <a:rPr lang="en"/>
              <a:t> (I WILL GET SCREEN GRABS &amp; Bullets)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228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got this before the world knows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DONE DEAL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Competrition: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2"/>
          <p:cNvSpPr txBox="1"/>
          <p:nvPr/>
        </p:nvSpPr>
        <p:spPr>
          <a:xfrm>
            <a:off x="21370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Agent Attraction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Build Trust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Close Tile Orders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/>
          <p:nvPr>
            <p:ph type="title"/>
          </p:nvPr>
        </p:nvSpPr>
        <p:spPr>
          <a:xfrm>
            <a:off x="360825" y="3631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F1 Vision</a:t>
            </a:r>
            <a:endParaRPr/>
          </a:p>
        </p:txBody>
      </p:sp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b="1" lang="en"/>
              <a:t>Lower</a:t>
            </a:r>
            <a:r>
              <a:rPr lang="en"/>
              <a:t> transaction volume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Higher Title rep </a:t>
            </a:r>
            <a:r>
              <a:rPr lang="en"/>
              <a:t>competition</a:t>
            </a:r>
            <a:r>
              <a:rPr lang="en"/>
              <a:t> </a:t>
            </a:r>
            <a:r>
              <a:rPr lang="en"/>
              <a:t>among</a:t>
            </a:r>
            <a:r>
              <a:rPr lang="en"/>
              <a:t> the few winning realtors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Newer Realtors are less subscribed to the </a:t>
            </a:r>
            <a:r>
              <a:rPr b="1" lang="en"/>
              <a:t>‘relationship based’ model. Title business is </a:t>
            </a:r>
            <a:r>
              <a:rPr b="1" lang="en"/>
              <a:t>transactional</a:t>
            </a:r>
            <a:r>
              <a:rPr b="1" lang="en"/>
              <a:t>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Many Realtors </a:t>
            </a:r>
            <a:r>
              <a:rPr b="1" lang="en"/>
              <a:t>don’t close any deals</a:t>
            </a:r>
            <a:r>
              <a:rPr lang="en"/>
              <a:t>. Title reps struggle to get conversations started with the few that do.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13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Increase Title Market Share </a:t>
            </a:r>
            <a:br>
              <a:rPr lang="en"/>
            </a:br>
            <a:r>
              <a:rPr lang="en"/>
              <a:t>Simple as A B C w TitleGenie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2016375"/>
            <a:ext cx="8520600" cy="25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Providing Title Reps tools to open more doors and close more deals:</a:t>
            </a:r>
            <a:br>
              <a:rPr b="1" lang="en"/>
            </a:br>
            <a:br>
              <a:rPr b="1" lang="en"/>
            </a:br>
            <a:r>
              <a:rPr b="1" lang="en"/>
              <a:t>A</a:t>
            </a:r>
            <a:r>
              <a:rPr lang="en"/>
              <a:t>ttract Agents - With compelling conversation starters</a:t>
            </a:r>
            <a:br>
              <a:rPr lang="en"/>
            </a:br>
            <a:br>
              <a:rPr lang="en"/>
            </a:br>
            <a:r>
              <a:rPr b="1" lang="en"/>
              <a:t>B</a:t>
            </a:r>
            <a:r>
              <a:rPr lang="en"/>
              <a:t>uild Trust - by delivering pre listing presentations solutions they can’t live without</a:t>
            </a:r>
            <a:br>
              <a:rPr lang="en"/>
            </a:br>
            <a:br>
              <a:rPr lang="en"/>
            </a:br>
            <a:r>
              <a:rPr b="1" lang="en"/>
              <a:t>C</a:t>
            </a:r>
            <a:r>
              <a:rPr lang="en"/>
              <a:t>lose Deals - being “On the Listing Team” to get the title order before it hits MLS</a:t>
            </a:r>
            <a:br>
              <a:rPr lang="en"/>
            </a:b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Attraction of Agents  +  </a:t>
            </a:r>
            <a:r>
              <a:rPr lang="en" sz="2133"/>
              <a:t>(I WILL GET SCREEN GRABS &amp; Bullets)</a:t>
            </a:r>
            <a:endParaRPr sz="2133"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TheGenie.ai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 Genie Analytics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 Share details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Insider Reports 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Broker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Altos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MyMTA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 Trust +    (I WILL GET SCREEN GRABS &amp; Bullets)</a:t>
            </a:r>
            <a:endParaRPr/>
          </a:p>
        </p:txBody>
      </p:sp>
      <p:sp>
        <p:nvSpPr>
          <p:cNvPr id="147" name="Google Shape;14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TitleGenie + Paisley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Pre listing packages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GeoSocial Audiences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Automated Circle Prospecting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TitleToolbox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Title24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 Farm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8"/>
          <p:cNvSpPr txBox="1"/>
          <p:nvPr/>
        </p:nvSpPr>
        <p:spPr>
          <a:xfrm>
            <a:off x="21370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Agent Attraction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Build Trust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Deals  +   (I WILL GET SCREEN GRABS &amp; Bullets)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got this before the world knows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DONE DEAL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Competrition: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ZERO!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9" name="Google Shape;16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5994"/>
            <a:ext cx="9144003" cy="4951513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30"/>
          <p:cNvSpPr txBox="1"/>
          <p:nvPr/>
        </p:nvSpPr>
        <p:spPr>
          <a:xfrm>
            <a:off x="21370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Agent Attraction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1" name="Google Shape;171;p30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Build Trust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172" name="Google Shape;172;p30"/>
          <p:cNvSpPr txBox="1"/>
          <p:nvPr/>
        </p:nvSpPr>
        <p:spPr>
          <a:xfrm>
            <a:off x="251450" y="96000"/>
            <a:ext cx="2407800" cy="442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</a:rPr>
              <a:t>Close Tile Orders</a:t>
            </a:r>
            <a:endParaRPr b="1"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know which agents to target? Title Genie will tell you.</a:t>
            </a:r>
            <a:endParaRPr/>
          </a:p>
        </p:txBody>
      </p:sp>
      <p:sp>
        <p:nvSpPr>
          <p:cNvPr id="184" name="Google Shape;18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5" name="Google Shape;185;p32" title="Screenshot 2025-05-27 at 10.07.0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475" y="1258437"/>
            <a:ext cx="8520602" cy="35613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The bottom line? 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Worthwhile Realtors want more than </a:t>
            </a:r>
            <a:r>
              <a:rPr lang="en"/>
              <a:t>just</a:t>
            </a:r>
            <a:r>
              <a:rPr lang="en"/>
              <a:t> check ins.</a:t>
            </a:r>
            <a:endParaRPr/>
          </a:p>
        </p:txBody>
      </p:sp>
      <p:sp>
        <p:nvSpPr>
          <p:cNvPr id="191" name="Google Shape;191;p33"/>
          <p:cNvSpPr txBox="1"/>
          <p:nvPr>
            <p:ph idx="1" type="body"/>
          </p:nvPr>
        </p:nvSpPr>
        <p:spPr>
          <a:xfrm>
            <a:off x="311700" y="1576025"/>
            <a:ext cx="8520600" cy="299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Realtors</a:t>
            </a:r>
            <a:r>
              <a:rPr b="1" lang="en"/>
              <a:t> treat their business like a business</a:t>
            </a:r>
            <a:r>
              <a:rPr lang="en"/>
              <a:t>. They only want to work with professionals that can legitimately help their business, not just ‘check in’.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300"/>
              <a:t> </a:t>
            </a:r>
            <a:r>
              <a:rPr lang="en" sz="1900">
                <a:solidFill>
                  <a:schemeClr val="dk1"/>
                </a:solidFill>
              </a:rPr>
              <a:t>They’re asking:</a:t>
            </a:r>
            <a:br>
              <a:rPr lang="en" sz="1900">
                <a:solidFill>
                  <a:schemeClr val="dk1"/>
                </a:solidFill>
              </a:rPr>
            </a:br>
            <a:br>
              <a:rPr lang="en" sz="1900">
                <a:solidFill>
                  <a:schemeClr val="dk1"/>
                </a:solidFill>
              </a:rPr>
            </a:br>
            <a:r>
              <a:rPr lang="en" sz="1900">
                <a:solidFill>
                  <a:schemeClr val="dk1"/>
                </a:solidFill>
              </a:rPr>
              <a:t> “What can you do to help me get listings?”</a:t>
            </a:r>
            <a:br>
              <a:rPr lang="en" sz="1900">
                <a:solidFill>
                  <a:schemeClr val="dk1"/>
                </a:solidFill>
              </a:rPr>
            </a:br>
            <a:br>
              <a:rPr lang="en" sz="1900">
                <a:solidFill>
                  <a:schemeClr val="dk1"/>
                </a:solidFill>
              </a:rPr>
            </a:br>
            <a:r>
              <a:rPr lang="en" sz="1900">
                <a:solidFill>
                  <a:schemeClr val="dk1"/>
                </a:solidFill>
              </a:rPr>
              <a:t>If a title rep </a:t>
            </a:r>
            <a:r>
              <a:rPr b="1" lang="en" sz="1900">
                <a:solidFill>
                  <a:schemeClr val="dk1"/>
                </a:solidFill>
              </a:rPr>
              <a:t>can’t help with growth</a:t>
            </a:r>
            <a:r>
              <a:rPr lang="en" sz="1900">
                <a:solidFill>
                  <a:schemeClr val="dk1"/>
                </a:solidFill>
              </a:rPr>
              <a:t>, they’re not getting their business.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&lt;fix later</a:t>
            </a:r>
            <a:endParaRPr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empower Title Reps to:</a:t>
            </a:r>
            <a:endParaRPr/>
          </a:p>
        </p:txBody>
      </p:sp>
      <p:sp>
        <p:nvSpPr>
          <p:cNvPr id="197" name="Google Shape;197;p34"/>
          <p:cNvSpPr txBox="1"/>
          <p:nvPr>
            <p:ph idx="1" type="body"/>
          </p:nvPr>
        </p:nvSpPr>
        <p:spPr>
          <a:xfrm>
            <a:off x="142225" y="1188925"/>
            <a:ext cx="2751600" cy="25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 who to target: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Help Title Reps figure out which agents to target to do their business &lt;&lt; compare to myMTA</a:t>
            </a:r>
            <a:endParaRPr/>
          </a:p>
        </p:txBody>
      </p:sp>
      <p:sp>
        <p:nvSpPr>
          <p:cNvPr id="198" name="Google Shape;198;p34"/>
          <p:cNvSpPr txBox="1"/>
          <p:nvPr>
            <p:ph idx="1" type="body"/>
          </p:nvPr>
        </p:nvSpPr>
        <p:spPr>
          <a:xfrm>
            <a:off x="2828175" y="1188925"/>
            <a:ext cx="2751600" cy="25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conversations: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With </a:t>
            </a:r>
            <a:r>
              <a:rPr lang="en"/>
              <a:t>statistics</a:t>
            </a:r>
            <a:r>
              <a:rPr lang="en"/>
              <a:t> like how high Realtors rank against </a:t>
            </a:r>
            <a:r>
              <a:rPr lang="en"/>
              <a:t>each other</a:t>
            </a:r>
            <a:r>
              <a:rPr lang="en"/>
              <a:t>, playing to </a:t>
            </a:r>
            <a:r>
              <a:rPr lang="en"/>
              <a:t>curiosity</a:t>
            </a:r>
            <a:r>
              <a:rPr lang="en"/>
              <a:t>, urgency, and trust will help title reps start valuable conversations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5730700" y="1143575"/>
            <a:ext cx="2829600" cy="252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Deliver instant value: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Give title reps powerful insights: farm data, velocity rates, and top listing zones &amp; </a:t>
            </a:r>
            <a:r>
              <a:rPr lang="en"/>
              <a:t>empower</a:t>
            </a:r>
            <a:r>
              <a:rPr lang="en"/>
              <a:t> them with a platform that automatically acts on the data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best part?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***We need to figure out a way to explain the aircover**</a:t>
            </a:r>
            <a:endParaRPr/>
          </a:p>
        </p:txBody>
      </p:sp>
      <p:sp>
        <p:nvSpPr>
          <p:cNvPr id="210" name="Google Shape;210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 reps are allowed to refer and </a:t>
            </a:r>
            <a:r>
              <a:rPr lang="en"/>
              <a:t>recommend</a:t>
            </a:r>
            <a:r>
              <a:rPr lang="en"/>
              <a:t> companies.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They </a:t>
            </a:r>
            <a:r>
              <a:rPr b="1" lang="en"/>
              <a:t>are not allowed to give </a:t>
            </a:r>
            <a:r>
              <a:rPr b="1" lang="en"/>
              <a:t>anything</a:t>
            </a:r>
            <a:r>
              <a:rPr b="1" lang="en"/>
              <a:t> of value aside from their core product away.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Title reps are allowed to give agents a farm kit, but they’re not </a:t>
            </a:r>
            <a:r>
              <a:rPr lang="en"/>
              <a:t>allowed</a:t>
            </a:r>
            <a:r>
              <a:rPr lang="en"/>
              <a:t> to give them phone numbers and other types of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Title genie: A TITLE BUSINESS DEVELOPMENT PLATFORM, not a Farming Tool, not a data slicer. &gt;&gt; we are the growth engine of title. Everything else is just a data delievery platform.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have a limited number of seats in each area.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445025"/>
            <a:ext cx="8520600" cy="8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How’s “ever wondered how you compare to other Realtors?” as a conversation starter?</a:t>
            </a:r>
            <a:endParaRPr/>
          </a:p>
        </p:txBody>
      </p:sp>
      <p:pic>
        <p:nvPicPr>
          <p:cNvPr id="216" name="Google Shape;216;p37" title="Screenshot 2025-05-27 at 10.30.52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075" y="1330700"/>
            <a:ext cx="8058650" cy="333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7"/>
          <p:cNvSpPr txBox="1"/>
          <p:nvPr>
            <p:ph type="title"/>
          </p:nvPr>
        </p:nvSpPr>
        <p:spPr>
          <a:xfrm>
            <a:off x="383075" y="46635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220"/>
              <a:t>Realtors</a:t>
            </a:r>
            <a:r>
              <a:rPr lang="en" sz="1220"/>
              <a:t> are the most competitive people in the world, and title genie is the only platform that has this data.</a:t>
            </a:r>
            <a:endParaRPr sz="122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8"/>
          <p:cNvSpPr txBox="1"/>
          <p:nvPr>
            <p:ph type="title"/>
          </p:nvPr>
        </p:nvSpPr>
        <p:spPr>
          <a:xfrm>
            <a:off x="311700" y="2755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bread and butter: DATA</a:t>
            </a:r>
            <a:endParaRPr/>
          </a:p>
        </p:txBody>
      </p:sp>
      <p:pic>
        <p:nvPicPr>
          <p:cNvPr id="223" name="Google Shape;223;p38" title="Screenshot 2025-05-27 at 10.32.59 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600" y="848225"/>
            <a:ext cx="5596124" cy="307677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38"/>
          <p:cNvSpPr txBox="1"/>
          <p:nvPr>
            <p:ph type="title"/>
          </p:nvPr>
        </p:nvSpPr>
        <p:spPr>
          <a:xfrm>
            <a:off x="311700" y="4048325"/>
            <a:ext cx="8520600" cy="98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TitleGenie </a:t>
            </a:r>
            <a:r>
              <a:rPr lang="en"/>
              <a:t>lets</a:t>
            </a:r>
            <a:r>
              <a:rPr lang="en"/>
              <a:t> you analyze areas like a stock pick, nailing down exact </a:t>
            </a:r>
            <a:r>
              <a:rPr lang="en"/>
              <a:t>strategies you can recommend to agents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9"/>
          <p:cNvSpPr txBox="1"/>
          <p:nvPr/>
        </p:nvSpPr>
        <p:spPr>
          <a:xfrm>
            <a:off x="1042425" y="115500"/>
            <a:ext cx="8145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Slides we need to add: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Selection - precision targeting of Realtors that we want to get business from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Connection - Using the selection to </a:t>
            </a:r>
            <a:r>
              <a:rPr lang="en" sz="2600">
                <a:solidFill>
                  <a:schemeClr val="dk2"/>
                </a:solidFill>
              </a:rPr>
              <a:t>create conversations, differentiation by being able to provide value that elevates the value of the title rep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0"/>
          <p:cNvSpPr txBox="1"/>
          <p:nvPr/>
        </p:nvSpPr>
        <p:spPr>
          <a:xfrm>
            <a:off x="922275" y="1344975"/>
            <a:ext cx="8145000" cy="29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Our competition (Benutech) / our </a:t>
            </a:r>
            <a:r>
              <a:rPr lang="en" sz="2600">
                <a:solidFill>
                  <a:schemeClr val="dk2"/>
                </a:solidFill>
              </a:rPr>
              <a:t>competitive</a:t>
            </a:r>
            <a:r>
              <a:rPr lang="en" sz="2600">
                <a:solidFill>
                  <a:schemeClr val="dk2"/>
                </a:solidFill>
              </a:rPr>
              <a:t> advantage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Our analytical data is better, they are data brokers, we are business development people.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lwolf.com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Revolutionizing Title Sales</a:t>
            </a:r>
            <a:br>
              <a:rPr lang="en"/>
            </a:br>
            <a:br>
              <a:rPr lang="en"/>
            </a:b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41"/>
          <p:cNvSpPr txBox="1"/>
          <p:nvPr>
            <p:ph type="title"/>
          </p:nvPr>
        </p:nvSpPr>
        <p:spPr>
          <a:xfrm>
            <a:off x="374900" y="1320025"/>
            <a:ext cx="8520600" cy="96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Provide</a:t>
            </a:r>
            <a:r>
              <a:rPr lang="en"/>
              <a:t> Title Reps tools that make them (actually) valuable to Real Estate Agents by growing their listing business.</a:t>
            </a:r>
            <a:endParaRPr/>
          </a:p>
        </p:txBody>
      </p:sp>
      <p:sp>
        <p:nvSpPr>
          <p:cNvPr id="241" name="Google Shape;241;p41"/>
          <p:cNvSpPr txBox="1"/>
          <p:nvPr/>
        </p:nvSpPr>
        <p:spPr>
          <a:xfrm>
            <a:off x="626375" y="2712425"/>
            <a:ext cx="7576200" cy="13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SH - Will rework this text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2"/>
          <p:cNvSpPr txBox="1"/>
          <p:nvPr/>
        </p:nvSpPr>
        <p:spPr>
          <a:xfrm>
            <a:off x="922275" y="1344975"/>
            <a:ext cx="8145000" cy="10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Testimonials from existing customers / data how title reps business increased</a:t>
            </a:r>
            <a:endParaRPr sz="2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Title Business is as easy as 1,2,3</a:t>
            </a:r>
            <a:endParaRPr/>
          </a:p>
        </p:txBody>
      </p:sp>
      <p:sp>
        <p:nvSpPr>
          <p:cNvPr id="252" name="Google Shape;252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Selection – choosing agents to work with, having hyper </a:t>
            </a:r>
            <a:r>
              <a:rPr lang="en"/>
              <a:t>focus on which agents to work with, the target you are going after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Connection - we have the systems that allow the title rep to have the valuable conversations to create the connection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Commission - use our engine – get the title business before the listing even gets signed. Capture title on every listing by being in front of the listing. You </a:t>
            </a:r>
            <a:r>
              <a:rPr lang="en"/>
              <a:t>become</a:t>
            </a:r>
            <a:r>
              <a:rPr lang="en"/>
              <a:t> part of the listing team. </a:t>
            </a:r>
            <a:r>
              <a:rPr lang="en"/>
              <a:t>You become a partner with the agent.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 it simple	=</a:t>
            </a:r>
            <a:endParaRPr/>
          </a:p>
        </p:txBody>
      </p:sp>
      <p:sp>
        <p:nvSpPr>
          <p:cNvPr id="258" name="Google Shape;258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Selection, connection, </a:t>
            </a:r>
            <a:r>
              <a:rPr lang="en"/>
              <a:t>commission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Currently - people are using a bunch of outdated and scattered tools. There is a </a:t>
            </a:r>
            <a:r>
              <a:rPr lang="en"/>
              <a:t>lot of manual work between using these tools, most are run of the mill, and there isn’t really a way for title reps to differentiate themselves using a me-too product.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